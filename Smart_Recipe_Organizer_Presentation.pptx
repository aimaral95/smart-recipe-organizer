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5720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457200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57200"/>
            <a:ext cx="164592" cy="16459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WEB DEVELOPMENT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 — React 19 frontend, Vercel serverless backend, Anthropic Claude doing the cooking.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Aimaral Khaumyetbyek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·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the solution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app, and what it actually does for the user.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23360" cy="210312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73152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live as messy social-media captions or get invented from "what's in my fridge." Neither flow has a clean home.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4023360" cy="2103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834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two AI flows: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recipe from ingredients, or extract one from a pasted caption — then organize, tag, and save them in a personal library.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in the demo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flows. Each one is a real network call to the backend.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F3D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265176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recipe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5 ingredients. The backend asks Claude for a complete recipe and returns markdown.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46888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F3D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468880"/>
            <a:ext cx="265176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 caption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Instagram or TikTok caption. The server strips noise and returns a clean recipe — or a 422.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F3D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468880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library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tag, filter, search, favorite, export. A view persistence layer over localStorage.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choice was a deliberate trade — not a default.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4389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+ Vite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hooks; instant HMR; small config.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serverless (Node)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infra; secrets stay server-side.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 (Haiku 4.5)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inexpensive, smart enough for both prompts.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useReducer +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Pure-function reducer; testable; no Redux overhead.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 scope cut — see slide 11.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v6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routes; SPA-friendly.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Hand-written CSS + 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build step for styles; full control.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serverless function → upstream model. Three boxes.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377440" cy="128016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fetch('/api/generate-recipe')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2377440" cy="1645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38100" dir="5400000">
              <a:srgbClr val="0F1F3D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FUNCTION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api/generate-recipe.js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· route · map errors · log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 (server-only)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2377440" cy="128016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claude-haiku-4-5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3566160"/>
            <a:ext cx="54864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60720" y="3566160"/>
            <a:ext cx="54864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pattern: the API key never leaves the server. The browser only ever sees JSON responses with appropriate HTTP status codes.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endpoint, two modes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picked a `mode` field over two separate routes.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572000" cy="219456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/api/generate-recipe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generate mode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"mode": "generate",
  "ingredients": [...] }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extract mode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"mode": "extract",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"caption": "..." 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endpoint?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2834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env-var check, upstream client setup, and error mapping live in one place.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third mode (e.g. "scale to N servings") becomes a switch branch — not a new file.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 stream, one set of env vars, one cold start to optimize.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 mapping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resolves to a specific HTTP status with a consistent JSON error shape.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11480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fires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user sees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or malformed body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form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other than POST (Allow header set)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user-facing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 submitted, Claude returned NOT_A_RECIPE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couldn't find a recipe in that text."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ANTHROPIC_API_KEY env var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banner — fix is server-side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 Anthropic call threw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Forwarded message in dismissible banner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src/ai.js — one wrapper, two paths, identical return shape.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23360" cy="219456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73152" cy="21945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import.meta.env.PROD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fetch('/api/generate-recipe', 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HTTP 422 → throws NotARecipeError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4023360" cy="219456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423160"/>
            <a:ext cx="73152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VITE_ANTHROPIC_API_KEY in .env.local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anthropic.messages.create(...)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'NOT_A_RECIPE' → throws NotARecipeError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 + Context: pure function, single source of truth, swappable for a real backend.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1828800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clicks Save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834640"/>
            <a:ext cx="1828800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 'ADD'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2834640"/>
            <a:ext cx="18288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 function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2834640"/>
            <a:ext cx="1828800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localStorage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3291840"/>
            <a:ext cx="4572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3291840"/>
            <a:ext cx="4572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58000" y="3291840"/>
            <a:ext cx="4572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FDE3E4"/>
          </a:solidFill>
          <a:ln w="12700">
            <a:solidFill>
              <a:srgbClr val="FDE3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690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reducer case is a candidate fetch call. Swapping localStorage for Postgres + REST is a contained change — not a rewrite.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polish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features that distinguish a demo from something you'd actually ship.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87752"/>
            <a:ext cx="64008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87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end-to-end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Skip-to-content link, route-change focus management, semantic landmarks, ARIA labels.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587752"/>
            <a:ext cx="64008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587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boundary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class component catches render-time crashes; user gets a recovery panel, not a blank page.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30752"/>
            <a:ext cx="64008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30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685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/ i / l / / for nav, ? for help overlay. Custom hook listens at the window level.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5661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730752"/>
            <a:ext cx="64008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730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3685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re-import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JSON export. Re-imports merge by id so re-importing your own data doesn't clobber edits.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future work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drew the line, and what I'd ship next.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Authentication.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Sign-up, sign-in, password reset, sessions — all deferred. localStorage means each browser is its own "user."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database.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Auth.js was the next step. Reducer is shaped so each case maps cleanly to a fetch call when I swap.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bytes in localStorage.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uploads at 1MB; auto-photos store the URL only.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7889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Postgres.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or Auth.js + a Postgres schema. Recipes go from per-browser to per-user.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scaling mode.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mode in the same endpoint: scale to N servings.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links.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read-only URLs for individual recipes; behind a feature flag.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Organizer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502920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next.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serverless function. Two modes. Five HTTP status codes. A reducer that's ready for a real database.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Aimaral Khaumyetbyek  ·  Smart Recipe Organizer  ·  Final Project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Recipe Organizer</dc:title>
  <dc:subject>PptxGenJS Presentation</dc:subject>
  <dc:creator>Aimaral</dc:creator>
  <cp:lastModifiedBy>Aimaral</cp:lastModifiedBy>
  <cp:revision>1</cp:revision>
  <dcterms:created xsi:type="dcterms:W3CDTF">2026-04-28T01:41:28Z</dcterms:created>
  <dcterms:modified xsi:type="dcterms:W3CDTF">2026-04-28T01:41:28Z</dcterms:modified>
</cp:coreProperties>
</file>